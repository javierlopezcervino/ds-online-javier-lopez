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64e319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664e319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664e319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664e319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664e319e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664e319e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664e319e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664e319e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664e319e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664e319e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325" y="611150"/>
            <a:ext cx="5521350" cy="44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92550" y="25550"/>
            <a:ext cx="55215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La tasa de mortalidad del titanic fue muy elevada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892550" y="25550"/>
            <a:ext cx="55215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Los datos apoyan lo de mujeres y niños primero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0" y="1360050"/>
            <a:ext cx="8776508" cy="2853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4" name="Google Shape;64;p14"/>
          <p:cNvSpPr txBox="1"/>
          <p:nvPr/>
        </p:nvSpPr>
        <p:spPr>
          <a:xfrm>
            <a:off x="647588" y="25419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369438" y="25419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&gt;70%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454913" y="34324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&lt;20</a:t>
            </a:r>
            <a:r>
              <a:rPr b="1" lang="es" sz="2000">
                <a:solidFill>
                  <a:schemeClr val="lt1"/>
                </a:solidFill>
              </a:rPr>
              <a:t>%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241050" y="25550"/>
            <a:ext cx="8661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Pero la clase en la que viajaras, tuvo un efecto verdaderamente significativo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47588" y="25419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369438" y="25419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&gt;70%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454913" y="34324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&lt;20%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5114"/>
            <a:ext cx="9144001" cy="29935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7" name="Google Shape;77;p15"/>
          <p:cNvSpPr txBox="1"/>
          <p:nvPr/>
        </p:nvSpPr>
        <p:spPr>
          <a:xfrm>
            <a:off x="658237" y="2275711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&gt;60%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621988" y="27469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</a:t>
            </a:r>
            <a:r>
              <a:rPr b="1" lang="es" sz="2000">
                <a:solidFill>
                  <a:schemeClr val="lt1"/>
                </a:solidFill>
              </a:rPr>
              <a:t>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564454" y="34324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&lt;30%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241050" y="25550"/>
            <a:ext cx="8661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Lo cual afectó sin lugar a dudas en la proporción de mujeres y niños supervivientes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647588" y="25419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369438" y="25419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&gt;70%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454913" y="34324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&lt;20%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58237" y="2275711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&gt;60%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21988" y="27469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564454" y="3432438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&lt;30%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962"/>
            <a:ext cx="9143999" cy="3007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3" name="Google Shape;93;p16"/>
          <p:cNvSpPr txBox="1"/>
          <p:nvPr/>
        </p:nvSpPr>
        <p:spPr>
          <a:xfrm>
            <a:off x="658237" y="1434434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&gt;80%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045942" y="3085060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&lt;10</a:t>
            </a:r>
            <a:r>
              <a:rPr b="1" lang="es" sz="2000">
                <a:solidFill>
                  <a:schemeClr val="dk1"/>
                </a:solidFill>
              </a:rPr>
              <a:t>%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241050" y="25550"/>
            <a:ext cx="8661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 primera vista parece que la ciudad de embarque guardaba relación con la tasa de supervivencia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58237" y="1434434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&gt;80%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25" y="1328100"/>
            <a:ext cx="8740830" cy="2853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3" name="Google Shape;103;p17"/>
          <p:cNvSpPr txBox="1"/>
          <p:nvPr/>
        </p:nvSpPr>
        <p:spPr>
          <a:xfrm>
            <a:off x="700837" y="208185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&gt;50%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579405" y="266020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&lt;4</a:t>
            </a:r>
            <a:r>
              <a:rPr b="1" lang="es" sz="2000">
                <a:solidFill>
                  <a:schemeClr val="lt1"/>
                </a:solidFill>
              </a:rPr>
              <a:t>0%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330180" y="283390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&gt;3</a:t>
            </a:r>
            <a:r>
              <a:rPr b="1" lang="es" sz="2000">
                <a:solidFill>
                  <a:schemeClr val="lt1"/>
                </a:solidFill>
              </a:rPr>
              <a:t>0%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/>
        </p:nvSpPr>
        <p:spPr>
          <a:xfrm>
            <a:off x="241050" y="25550"/>
            <a:ext cx="86619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Aunque más bien volvió a ser la clase el factor determinante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862600" y="1495125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</a:rPr>
              <a:t>&gt;60%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58237" y="1434434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1"/>
                </a:solidFill>
              </a:rPr>
              <a:t>&gt;80%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25" y="1306800"/>
            <a:ext cx="8740830" cy="28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594337" y="266755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lt1"/>
                </a:solidFill>
              </a:rPr>
              <a:t>&gt;40%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377062" y="315745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&lt;1</a:t>
            </a:r>
            <a:r>
              <a:rPr b="1" lang="es" sz="1700">
                <a:solidFill>
                  <a:schemeClr val="dk1"/>
                </a:solidFill>
              </a:rPr>
              <a:t>0%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244987" y="2873259"/>
            <a:ext cx="13032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&lt;20%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